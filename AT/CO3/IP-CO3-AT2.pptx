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7CF2D-2E05-4AEB-AAA6-560951C35CA5}" v="3" dt="2026-08-12T04:10:22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gnesh Chanda" userId="aa19014dbbb21f55" providerId="LiveId" clId="{D38BA503-FEE0-4692-92DE-B595A81F37C4}"/>
    <pc:docChg chg="custSel modSld">
      <pc:chgData name="Jignesh Chanda" userId="aa19014dbbb21f55" providerId="LiveId" clId="{D38BA503-FEE0-4692-92DE-B595A81F37C4}" dt="2026-08-12T04:11:39.237" v="45" actId="14100"/>
      <pc:docMkLst>
        <pc:docMk/>
      </pc:docMkLst>
      <pc:sldChg chg="modSp mod">
        <pc:chgData name="Jignesh Chanda" userId="aa19014dbbb21f55" providerId="LiveId" clId="{D38BA503-FEE0-4692-92DE-B595A81F37C4}" dt="2026-08-12T04:08:32.783" v="5" actId="1076"/>
        <pc:sldMkLst>
          <pc:docMk/>
          <pc:sldMk cId="1785925304" sldId="256"/>
        </pc:sldMkLst>
        <pc:spChg chg="mod">
          <ac:chgData name="Jignesh Chanda" userId="aa19014dbbb21f55" providerId="LiveId" clId="{D38BA503-FEE0-4692-92DE-B595A81F37C4}" dt="2026-08-12T04:08:32.783" v="5" actId="1076"/>
          <ac:spMkLst>
            <pc:docMk/>
            <pc:sldMk cId="1785925304" sldId="256"/>
            <ac:spMk id="7" creationId="{78FFD02D-95F3-CCC2-E7CA-983AD235FB4A}"/>
          </ac:spMkLst>
        </pc:spChg>
        <pc:spChg chg="mod">
          <ac:chgData name="Jignesh Chanda" userId="aa19014dbbb21f55" providerId="LiveId" clId="{D38BA503-FEE0-4692-92DE-B595A81F37C4}" dt="2026-08-12T04:07:29.577" v="2" actId="1076"/>
          <ac:spMkLst>
            <pc:docMk/>
            <pc:sldMk cId="1785925304" sldId="256"/>
            <ac:spMk id="9" creationId="{36D8F39C-EA6E-706B-697C-3478609C5D8B}"/>
          </ac:spMkLst>
        </pc:spChg>
      </pc:sldChg>
      <pc:sldChg chg="modSp mod">
        <pc:chgData name="Jignesh Chanda" userId="aa19014dbbb21f55" providerId="LiveId" clId="{D38BA503-FEE0-4692-92DE-B595A81F37C4}" dt="2026-08-12T04:06:22.486" v="1" actId="14100"/>
        <pc:sldMkLst>
          <pc:docMk/>
          <pc:sldMk cId="1050948811" sldId="259"/>
        </pc:sldMkLst>
        <pc:spChg chg="mod">
          <ac:chgData name="Jignesh Chanda" userId="aa19014dbbb21f55" providerId="LiveId" clId="{D38BA503-FEE0-4692-92DE-B595A81F37C4}" dt="2026-08-12T04:06:22.486" v="1" actId="14100"/>
          <ac:spMkLst>
            <pc:docMk/>
            <pc:sldMk cId="1050948811" sldId="259"/>
            <ac:spMk id="3" creationId="{12F0941E-2191-7B62-30D9-6C123EADD536}"/>
          </ac:spMkLst>
        </pc:spChg>
        <pc:spChg chg="mod">
          <ac:chgData name="Jignesh Chanda" userId="aa19014dbbb21f55" providerId="LiveId" clId="{D38BA503-FEE0-4692-92DE-B595A81F37C4}" dt="2026-08-12T04:06:15.796" v="0" actId="123"/>
          <ac:spMkLst>
            <pc:docMk/>
            <pc:sldMk cId="1050948811" sldId="259"/>
            <ac:spMk id="14" creationId="{8CC303E5-F2EC-97E4-EC03-DB26082CCDC3}"/>
          </ac:spMkLst>
        </pc:spChg>
      </pc:sldChg>
      <pc:sldChg chg="addSp delSp modSp mod">
        <pc:chgData name="Jignesh Chanda" userId="aa19014dbbb21f55" providerId="LiveId" clId="{D38BA503-FEE0-4692-92DE-B595A81F37C4}" dt="2026-08-12T04:11:39.237" v="45" actId="14100"/>
        <pc:sldMkLst>
          <pc:docMk/>
          <pc:sldMk cId="2630973948" sldId="267"/>
        </pc:sldMkLst>
        <pc:spChg chg="del mod">
          <ac:chgData name="Jignesh Chanda" userId="aa19014dbbb21f55" providerId="LiveId" clId="{D38BA503-FEE0-4692-92DE-B595A81F37C4}" dt="2026-08-12T04:10:43.374" v="32" actId="478"/>
          <ac:spMkLst>
            <pc:docMk/>
            <pc:sldMk cId="2630973948" sldId="267"/>
            <ac:spMk id="3" creationId="{51965ADD-E003-4F01-E12D-5201AE8A68A9}"/>
          </ac:spMkLst>
        </pc:spChg>
        <pc:spChg chg="add del mod">
          <ac:chgData name="Jignesh Chanda" userId="aa19014dbbb21f55" providerId="LiveId" clId="{D38BA503-FEE0-4692-92DE-B595A81F37C4}" dt="2026-08-12T04:10:43.379" v="34"/>
          <ac:spMkLst>
            <pc:docMk/>
            <pc:sldMk cId="2630973948" sldId="267"/>
            <ac:spMk id="8" creationId="{8453EF73-C19C-85CB-4101-7B558197877D}"/>
          </ac:spMkLst>
        </pc:spChg>
        <pc:spChg chg="add mod">
          <ac:chgData name="Jignesh Chanda" userId="aa19014dbbb21f55" providerId="LiveId" clId="{D38BA503-FEE0-4692-92DE-B595A81F37C4}" dt="2026-08-12T04:11:09.114" v="38" actId="1076"/>
          <ac:spMkLst>
            <pc:docMk/>
            <pc:sldMk cId="2630973948" sldId="267"/>
            <ac:spMk id="10" creationId="{7F60AE85-7522-6D5F-E163-DB0264ADF0E7}"/>
          </ac:spMkLst>
        </pc:spChg>
        <pc:picChg chg="add del">
          <ac:chgData name="Jignesh Chanda" userId="aa19014dbbb21f55" providerId="LiveId" clId="{D38BA503-FEE0-4692-92DE-B595A81F37C4}" dt="2026-08-12T04:11:19.146" v="42" actId="478"/>
          <ac:picMkLst>
            <pc:docMk/>
            <pc:sldMk cId="2630973948" sldId="267"/>
            <ac:picMk id="5" creationId="{7516A526-A824-F2D5-47C3-D97281773F84}"/>
          </ac:picMkLst>
        </pc:picChg>
        <pc:picChg chg="add del">
          <ac:chgData name="Jignesh Chanda" userId="aa19014dbbb21f55" providerId="LiveId" clId="{D38BA503-FEE0-4692-92DE-B595A81F37C4}" dt="2026-08-12T04:11:17.232" v="41" actId="478"/>
          <ac:picMkLst>
            <pc:docMk/>
            <pc:sldMk cId="2630973948" sldId="267"/>
            <ac:picMk id="7" creationId="{301BA529-64E8-C14A-2640-A33A0686E823}"/>
          </ac:picMkLst>
        </pc:picChg>
        <pc:picChg chg="add mod">
          <ac:chgData name="Jignesh Chanda" userId="aa19014dbbb21f55" providerId="LiveId" clId="{D38BA503-FEE0-4692-92DE-B595A81F37C4}" dt="2026-08-12T04:11:39.237" v="45" actId="14100"/>
          <ac:picMkLst>
            <pc:docMk/>
            <pc:sldMk cId="2630973948" sldId="267"/>
            <ac:picMk id="9" creationId="{901FE4D7-EC35-AFA3-5BF5-2453170F5A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1693-1EB1-CAC4-F6F0-4C90E21F2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C193A-049D-3512-193A-9F9F087B1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22A1F-6A51-0702-28C9-B6BA05FCD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B7078-20F9-F821-D72E-2AB15268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D7F6-5630-F654-4724-651953F6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0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9E1F-45EB-9770-08B2-B92B765C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BD0A-44E0-5D01-51D7-D0B4841E2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D961-F43D-33E4-D619-2CA4ADF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CAC27-B555-6AE5-4FA6-4C4E372D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C3EB-7B16-5C0B-2792-F983FB1A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23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A83F-CF21-AD1E-283B-1AB0B710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CBC83-4755-8109-96A9-623EFBBAC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1569-B3C6-D592-809C-E20E1ADB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0ADDA-40FF-F1E2-9CDF-FB80AB43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E5A38-1981-3584-595C-C633E502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079-50D3-5501-53C0-0FB791B1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01531-2B61-02FD-EBE7-B8E9F3082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BB799-4485-DD76-B62B-41646E761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199D9-C50D-F66B-E6C2-CF1C72F7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ABFF1-877A-C48D-0990-C700AC2E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E4315-CAF9-DA69-218A-DB1C00E2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93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80EC5-673A-6219-A968-8C4E7D52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17AE6-ED13-5E90-0B91-4547DFA2B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A9355-CE60-14E4-2DD8-F0B5590C9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1E9A1-CD64-C1DD-DB37-1EC3F8569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25388-2F26-F52E-02C1-D4CFA7EE6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95BF9-2354-90F4-DB53-B954884D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36673-EE9D-2923-BEF3-FBD58647E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20D53-553C-FFA0-6F92-F37A50D8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5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6754-49D0-A15F-EBC5-7B17D32A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24F55-4131-2233-E0A6-DC5A9335D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7E257-60D6-CA7A-34AA-E1704879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04C21-AB6A-AF47-5D76-667DD717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42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ACF63-1CED-B7C2-30B7-3B2E09E7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2BACF-B50A-0160-87C1-1ACBAB67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073E0-2B06-4E83-046F-90B450F2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56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B440-5B78-3E8C-16CB-11D03EE5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CEAD0-D659-AAB3-4398-29748C4B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4716F-3471-5779-5AF6-695BA4FA3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2B03A-8B62-79F1-B815-A35FE092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D9EC3-AD8B-C4D3-D8ED-AA5C7355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FC22E-48F4-4CFE-0463-C1482F1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0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8517-7C4A-89DA-673D-41948200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2AB89-9B78-179B-CD7A-53394B012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C9D34-6B1F-1980-7BEF-B5CC31CA9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AC8A7-8242-628A-E366-81572327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FD87D-06D0-5D8F-6FD0-B43B45EC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D35C1-1BE9-6CEE-AE59-B2F32307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86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6684-AEBA-B811-696D-9842DD31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99F86-DCA2-8C65-F088-81E473264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09A77-5E1D-0C1D-7E1A-08D30C67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FB197-62F2-3F01-D0B0-560AC395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7BDE9-9464-9ACC-D5CC-388C1649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1D6B58-07B1-A2F6-793A-EC4A85C60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B63BF-2F17-6679-1CB5-1C872885F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BA13-63A4-A79C-54A2-F7488E47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DC3FD-296C-5AE3-5496-C8935761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00508-7BD8-9630-6135-D549CEC6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49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9C53-08D9-A020-2AB1-D3BB1D8A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4AC1-D7E4-EF77-5774-4A5DBFFF4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3F555-A941-B34A-235C-76D294046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B8F7A-7673-4E79-A260-28103F58C76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C7465-16D0-DA3D-A143-2618CA00C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90C2-B2BA-6BBB-C874-A0966D2F9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9A20B-89CC-4273-B962-05FB0DEA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9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675B37-1AB0-934D-7495-405CF00BA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632" y="339621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FD02D-95F3-CCC2-E7CA-983AD235FB4A}"/>
              </a:ext>
            </a:extLst>
          </p:cNvPr>
          <p:cNvSpPr txBox="1"/>
          <p:nvPr/>
        </p:nvSpPr>
        <p:spPr>
          <a:xfrm>
            <a:off x="7806393" y="4291003"/>
            <a:ext cx="3388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 Jignesh_192411154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8F39C-EA6E-706B-697C-3478609C5D8B}"/>
              </a:ext>
            </a:extLst>
          </p:cNvPr>
          <p:cNvSpPr txBox="1"/>
          <p:nvPr/>
        </p:nvSpPr>
        <p:spPr>
          <a:xfrm>
            <a:off x="1721540" y="2699651"/>
            <a:ext cx="8907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vs Sessions – Critical Analysis</a:t>
            </a:r>
          </a:p>
        </p:txBody>
      </p:sp>
    </p:spTree>
    <p:extLst>
      <p:ext uri="{BB962C8B-B14F-4D97-AF65-F5344CB8AC3E}">
        <p14:creationId xmlns:p14="http://schemas.microsoft.com/office/powerpoint/2010/main" val="178592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87FC09-4D0C-3122-4857-58417677C816}"/>
              </a:ext>
            </a:extLst>
          </p:cNvPr>
          <p:cNvSpPr txBox="1"/>
          <p:nvPr/>
        </p:nvSpPr>
        <p:spPr>
          <a:xfrm>
            <a:off x="1573161" y="8575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89A47-CA26-CF09-EEEC-33D571075818}"/>
              </a:ext>
            </a:extLst>
          </p:cNvPr>
          <p:cNvSpPr txBox="1"/>
          <p:nvPr/>
        </p:nvSpPr>
        <p:spPr>
          <a:xfrm>
            <a:off x="1096298" y="2368966"/>
            <a:ext cx="60960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Cookies and Sessions?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and Sessions are techniques used to maintain user information in web applications because HTTP is a stateless protocol.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store data on the client side (browser), while Sessions store data on the server side.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websites remember user details such as login status, preferences, and shopping cart items.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are faster and suitable for user preferences, whereas Sessions are more secure and used for authentication and sensitive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13EF1E-F20F-AD98-99E3-942FB78BA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50E944-AE07-2DC9-57CC-A0536F901C1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ByteByteGo | Cookies vs Sessions">
            <a:extLst>
              <a:ext uri="{FF2B5EF4-FFF2-40B4-BE49-F238E27FC236}">
                <a16:creationId xmlns:a16="http://schemas.microsoft.com/office/drawing/2014/main" id="{A3C69AA1-591E-BB98-2622-0314C844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691" y="1294572"/>
            <a:ext cx="395653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9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A4644-BDEF-C78E-F260-4D05F468090C}"/>
              </a:ext>
            </a:extLst>
          </p:cNvPr>
          <p:cNvSpPr txBox="1"/>
          <p:nvPr/>
        </p:nvSpPr>
        <p:spPr>
          <a:xfrm>
            <a:off x="1672766" y="54097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801FA-1CE8-922C-C357-42DF62FCC258}"/>
              </a:ext>
            </a:extLst>
          </p:cNvPr>
          <p:cNvSpPr txBox="1"/>
          <p:nvPr/>
        </p:nvSpPr>
        <p:spPr>
          <a:xfrm>
            <a:off x="789680" y="1515717"/>
            <a:ext cx="54123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 text file stored in the user's web browser by a website. It helps the website remember information about the user between different visits or requests.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side (browser)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small amounts of data such as username, preferences, or session information.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sent to the server with every request.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remain stored even after the browser is closed.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select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"Remember Me"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logging into Gmail or Facebook, a cookie is stored in your browser. The next time you visit the site, the browser sends that cookie to the server, allowing the website to recognize you.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E9D2A-856B-2164-05FA-701424BD1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E4BD98-ECA7-1B58-F3D9-9647B70CFE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../_images/bbcnews-cookies.png">
            <a:extLst>
              <a:ext uri="{FF2B5EF4-FFF2-40B4-BE49-F238E27FC236}">
                <a16:creationId xmlns:a16="http://schemas.microsoft.com/office/drawing/2014/main" id="{1B0FA967-A52C-1B84-D900-5A5B75F48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54" y="1371379"/>
            <a:ext cx="5563042" cy="46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2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F0941E-2191-7B62-30D9-6C123EADD536}"/>
              </a:ext>
            </a:extLst>
          </p:cNvPr>
          <p:cNvSpPr txBox="1"/>
          <p:nvPr/>
        </p:nvSpPr>
        <p:spPr>
          <a:xfrm>
            <a:off x="1091381" y="837889"/>
            <a:ext cx="19301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047CB-2C5A-6BDA-70AC-2C689C40E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410A1E-8417-900E-7E1F-3FDD8F710E0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C303E5-F2EC-97E4-EC03-DB26082CCDC3}"/>
              </a:ext>
            </a:extLst>
          </p:cNvPr>
          <p:cNvSpPr txBox="1"/>
          <p:nvPr/>
        </p:nvSpPr>
        <p:spPr>
          <a:xfrm>
            <a:off x="961611" y="1589687"/>
            <a:ext cx="476332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server-side mechanism used to store user information during interactions with a website. Instead of storing data in the browser, the data is stored on the server.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on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side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session has a unique identifier called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cookies.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expires after a period of inactivity. 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log in to an online banking website, the server creates a session to store your login information. As long as the session is active, you can access different pages without logging in again.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324CEC-3262-3853-A2C9-A4B7A1DB0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87861"/>
            <a:ext cx="5756413" cy="38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4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4433FD-211C-2E39-FE59-63635E43D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6ABC8-5B24-21FC-30FA-505F0049775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1B7ACA-F854-9EDB-9EF0-4F80F5744C16}"/>
              </a:ext>
            </a:extLst>
          </p:cNvPr>
          <p:cNvSpPr txBox="1"/>
          <p:nvPr/>
        </p:nvSpPr>
        <p:spPr>
          <a:xfrm>
            <a:off x="2035037" y="615149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vs Sessions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359070-0164-AE7B-BBDA-F628F4288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17284"/>
              </p:ext>
            </p:extLst>
          </p:nvPr>
        </p:nvGraphicFramePr>
        <p:xfrm>
          <a:off x="2200964" y="2150901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029973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266953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90471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Cookies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91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Browser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15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06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86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88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Temporary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47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97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F09CD-7A8D-1833-101C-576A55C02066}"/>
              </a:ext>
            </a:extLst>
          </p:cNvPr>
          <p:cNvSpPr txBox="1"/>
          <p:nvPr/>
        </p:nvSpPr>
        <p:spPr>
          <a:xfrm>
            <a:off x="1652887" y="540977"/>
            <a:ext cx="7354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Comparison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84B5E-B8C0-8C83-D015-5CB3C3AA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E44612-94FB-A8A1-94B4-40C88DBCB38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87DF35-5A0E-A1A6-F483-EC086CC586A2}"/>
              </a:ext>
            </a:extLst>
          </p:cNvPr>
          <p:cNvSpPr txBox="1"/>
          <p:nvPr/>
        </p:nvSpPr>
        <p:spPr>
          <a:xfrm>
            <a:off x="1975401" y="1640563"/>
            <a:ext cx="6097656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stolen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secure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for authentication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 are safer than Cookies.</a:t>
            </a:r>
          </a:p>
          <a:p>
            <a:pPr>
              <a:lnSpc>
                <a:spcPct val="15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2fa Vector Images &amp; Graphics for Commercial Use | VectorStock">
            <a:extLst>
              <a:ext uri="{FF2B5EF4-FFF2-40B4-BE49-F238E27FC236}">
                <a16:creationId xmlns:a16="http://schemas.microsoft.com/office/drawing/2014/main" id="{45D18361-B0A3-853E-9DFC-E6AF9B1C9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739" y="1435376"/>
            <a:ext cx="5131904" cy="378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4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2EC3A6-085E-6334-3DC0-7A8766BC7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313EFE-0446-D83D-E11A-1F23A824B5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DDEF41-C1C2-4C13-C1EB-B6DE783AAD1E}"/>
              </a:ext>
            </a:extLst>
          </p:cNvPr>
          <p:cNvSpPr txBox="1"/>
          <p:nvPr/>
        </p:nvSpPr>
        <p:spPr>
          <a:xfrm>
            <a:off x="2044976" y="615149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7E8817-9C07-C82A-160E-0EB0848FEEF0}"/>
              </a:ext>
            </a:extLst>
          </p:cNvPr>
          <p:cNvSpPr txBox="1"/>
          <p:nvPr/>
        </p:nvSpPr>
        <p:spPr>
          <a:xfrm>
            <a:off x="1866071" y="2104769"/>
            <a:ext cx="6097656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settings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settings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username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websites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examinations</a:t>
            </a:r>
          </a:p>
        </p:txBody>
      </p:sp>
      <p:pic>
        <p:nvPicPr>
          <p:cNvPr id="11" name="Picture 10" descr="NCB Internet Banking Service">
            <a:extLst>
              <a:ext uri="{FF2B5EF4-FFF2-40B4-BE49-F238E27FC236}">
                <a16:creationId xmlns:a16="http://schemas.microsoft.com/office/drawing/2014/main" id="{B650D30C-A251-0F06-29A9-C01DAA8CD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2685"/>
            <a:ext cx="5279715" cy="437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8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568157-0DAB-6982-C406-5BD1FC413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DA570B-C49D-49C1-D745-1EB317B57EA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9CB1CF-846F-6463-A08F-AF7494DE6DAB}"/>
              </a:ext>
            </a:extLst>
          </p:cNvPr>
          <p:cNvSpPr txBox="1"/>
          <p:nvPr/>
        </p:nvSpPr>
        <p:spPr>
          <a:xfrm>
            <a:off x="2164245" y="61806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0E707-7717-6B47-A422-DF08F17192A9}"/>
              </a:ext>
            </a:extLst>
          </p:cNvPr>
          <p:cNvSpPr txBox="1"/>
          <p:nvPr/>
        </p:nvSpPr>
        <p:spPr>
          <a:xfrm>
            <a:off x="2810289" y="1940150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server load 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secure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limit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storage 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server memory</a:t>
            </a:r>
          </a:p>
        </p:txBody>
      </p:sp>
    </p:spTree>
    <p:extLst>
      <p:ext uri="{BB962C8B-B14F-4D97-AF65-F5344CB8AC3E}">
        <p14:creationId xmlns:p14="http://schemas.microsoft.com/office/powerpoint/2010/main" val="54159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25130-6867-0A08-5895-0AB26E9AFC57}"/>
              </a:ext>
            </a:extLst>
          </p:cNvPr>
          <p:cNvSpPr txBox="1"/>
          <p:nvPr/>
        </p:nvSpPr>
        <p:spPr>
          <a:xfrm>
            <a:off x="1955523" y="660160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55223-AFB7-B857-7A3A-31AAAD96EEE2}"/>
              </a:ext>
            </a:extLst>
          </p:cNvPr>
          <p:cNvSpPr txBox="1"/>
          <p:nvPr/>
        </p:nvSpPr>
        <p:spPr>
          <a:xfrm>
            <a:off x="1955523" y="2274190"/>
            <a:ext cx="803330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store data on client side.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 store data on server side.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Cookies are faster.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Sessions are more secure.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important in web applications.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65F42-3E95-C413-1B8A-89464B901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7" y="36211"/>
            <a:ext cx="982140" cy="1163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EDD97-A6F6-A8E9-21B4-27A77C2678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287" y="48284"/>
            <a:ext cx="1298713" cy="9853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33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chnology Powerpoint Background in Illustrator, SVG, JPG, EPS - Download | Template.net">
            <a:extLst>
              <a:ext uri="{FF2B5EF4-FFF2-40B4-BE49-F238E27FC236}">
                <a16:creationId xmlns:a16="http://schemas.microsoft.com/office/drawing/2014/main" id="{901FE4D7-EC35-AFA3-5BF5-2453170F5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60AE85-7522-6D5F-E163-DB0264ADF0E7}"/>
              </a:ext>
            </a:extLst>
          </p:cNvPr>
          <p:cNvSpPr txBox="1"/>
          <p:nvPr/>
        </p:nvSpPr>
        <p:spPr>
          <a:xfrm>
            <a:off x="3468757" y="2385392"/>
            <a:ext cx="50754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800" dirty="0">
                <a:solidFill>
                  <a:schemeClr val="bg1"/>
                </a:solidFill>
                <a:latin typeface="French Script MT" panose="03020402040607040605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3097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DAA-CO1-AT3</Template>
  <TotalTime>76</TotalTime>
  <Words>449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French Script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Jignesh Chanda</dc:creator>
  <cp:lastModifiedBy>Jignesh Chanda</cp:lastModifiedBy>
  <cp:revision>1</cp:revision>
  <dcterms:created xsi:type="dcterms:W3CDTF">2026-08-12T02:54:54Z</dcterms:created>
  <dcterms:modified xsi:type="dcterms:W3CDTF">2026-08-12T04:11:48Z</dcterms:modified>
</cp:coreProperties>
</file>